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9C3F-3237-AA5A-A22C-BC832E0D2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F1FBC-B0A4-D99C-D28C-914B559E7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28FE1-1D21-3801-4E62-9568788A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90DC7-1DFE-2AFC-C17E-87573F83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CC8E8-6D1D-D049-D332-AC81260E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8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71E9-49BB-E071-33F5-E79BBFE1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60171-1D8B-4B37-82E8-FF00D40D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4BC80-C94A-435C-E9DE-657592CC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4341A-898F-6CBC-E8A5-E426E563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20D5C-3099-DEA7-7DA4-3FC5D0CA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23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653E-21AB-4744-A969-27AB8B0C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B6C1-9B19-C149-CF42-2B02AD39D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E873D-0195-D1E1-D3DB-2B0EBD6B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4DE5F-ADE7-90F2-DDC6-F9251BBF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852AB-03D2-EAFC-1206-3B6B0069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57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7E7E-6DBD-FC3F-3D75-B8F2F076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BC54-06A4-820E-BEE4-9031032D8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21294-636F-6874-4C91-0AB3B8BAB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696A9-4EF0-2E78-4A52-74ABD105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7F312-3118-1815-F59F-F228EFF67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96309-7EE3-9E27-7CE8-24CF4442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04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CBD7-8A88-4102-5CFE-8F24A1BE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9CF49-D5D3-14B8-CA03-93DE0612F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AF216-8977-B279-A817-4845F93E3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B063F-B91E-F98F-BC84-9F4867081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D46F6-7A5A-1FA7-9799-69DF48B80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3FCB9-3AFD-786C-BE22-5DC201AD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C4585-6F5C-CADA-D00E-F682E1EF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8501D-473D-2453-7F29-50EF1D88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51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3932-2139-1782-BD9D-DA42B98C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C8888-3BD1-BB8A-AF48-9BF0FB84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85796-74C4-E3DF-0EE4-6E99449D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14C75-CC51-FB28-C55E-378DE015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89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16CD5-2DE9-6AA3-C3E5-DB87CDFA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C8B0B-174D-365B-8ED3-45596563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53656-4BB8-D19B-484C-97E45FE2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96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766E-A5E7-72AB-D90A-033E3B75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7C1F8-18F0-2F19-9FCB-D28D0C903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038D5-19F4-BB66-CB62-B9F748708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83BA7-7F85-60BE-DC88-1DB84569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E6B43-98A0-D30A-B05F-83CFCBF2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E7900-395E-615D-A0C8-A051BE52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31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04FC1-D05F-A21B-91E4-ECAF871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FB9082-C450-665B-8A8E-F2ADD92D4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4ED02-4F60-1DFD-168F-97F7C7A8A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B7C22-FA2C-2680-A0A0-801DC3A0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13E9F-4969-4166-7F3B-0684514E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57D83-AA9D-9507-5E6A-BAE972A6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26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2B54-1182-3D65-7708-5C2B593F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8B98C-CE98-71A3-17CB-294DFF5AA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F0D3E-C397-A6A1-3677-E500BDAF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5B70-D81F-0FA9-E7D6-5F00A943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DF1A-4647-3F51-0E7C-6D0758FF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4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430C5-60FC-3C55-974B-1B74DAC5D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99877-E285-E1AB-4253-9F65C491C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9E140-066C-98E4-ECFB-A0566A23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EE574-671F-BD4A-7602-EF4263DA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A42AF-5B61-4253-971F-0931D7CC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74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B64C38-B9CD-1E97-B814-8C994672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12D3F-EB2E-B199-8EC6-B8F91DC2C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C8763-37B6-E391-AEDA-B0EA53399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C07FF-7FC5-4838-85C1-FE3A36740DFB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FDDFE-38D2-6BF9-53EA-98B4E1A93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002C5-31BD-08DA-2A58-F01DB62B1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9E715-2467-45C7-829E-24E8F953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36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B16E161F-2F4C-714A-AB8E-40F9974521CD}"/>
              </a:ext>
            </a:extLst>
          </p:cNvPr>
          <p:cNvSpPr/>
          <p:nvPr/>
        </p:nvSpPr>
        <p:spPr>
          <a:xfrm>
            <a:off x="887857" y="2598511"/>
            <a:ext cx="2487803" cy="48263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368ABD9-A16A-AA42-9866-55C6CDA98B6D}"/>
              </a:ext>
            </a:extLst>
          </p:cNvPr>
          <p:cNvSpPr/>
          <p:nvPr/>
        </p:nvSpPr>
        <p:spPr>
          <a:xfrm>
            <a:off x="5767072" y="2170056"/>
            <a:ext cx="755650" cy="181520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1D6955A-896B-C52B-0885-91ED5CFF5AEB}"/>
              </a:ext>
            </a:extLst>
          </p:cNvPr>
          <p:cNvSpPr/>
          <p:nvPr/>
        </p:nvSpPr>
        <p:spPr>
          <a:xfrm>
            <a:off x="5767072" y="2167101"/>
            <a:ext cx="755650" cy="1815204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Content Placeholder 3">
            <a:extLst>
              <a:ext uri="{FF2B5EF4-FFF2-40B4-BE49-F238E27FC236}">
                <a16:creationId xmlns:a16="http://schemas.microsoft.com/office/drawing/2014/main" id="{7D501836-285A-CDE5-5A6B-C78161D0E60D}"/>
              </a:ext>
            </a:extLst>
          </p:cNvPr>
          <p:cNvSpPr txBox="1">
            <a:spLocks/>
          </p:cNvSpPr>
          <p:nvPr/>
        </p:nvSpPr>
        <p:spPr>
          <a:xfrm>
            <a:off x="5891026" y="3585926"/>
            <a:ext cx="396242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5905F8B-8288-83C4-E32E-E92ABF0A7D61}"/>
              </a:ext>
            </a:extLst>
          </p:cNvPr>
          <p:cNvCxnSpPr>
            <a:cxnSpLocks/>
          </p:cNvCxnSpPr>
          <p:nvPr/>
        </p:nvCxnSpPr>
        <p:spPr>
          <a:xfrm>
            <a:off x="6132190" y="2265680"/>
            <a:ext cx="306154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5D66AC7E-C3C3-8748-CB47-F448471100EF}"/>
              </a:ext>
            </a:extLst>
          </p:cNvPr>
          <p:cNvSpPr txBox="1">
            <a:spLocks/>
          </p:cNvSpPr>
          <p:nvPr/>
        </p:nvSpPr>
        <p:spPr>
          <a:xfrm>
            <a:off x="5952166" y="3585926"/>
            <a:ext cx="396242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424A7-3029-473F-AA03-6126959D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Equal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25146-9D2C-41B6-2701-1FF0AF614E7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1" y="2598511"/>
            <a:ext cx="3200400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nl-NL" dirty="0" err="1"/>
              <a:t>replace</a:t>
            </a:r>
            <a:r>
              <a:rPr lang="nl-NL" dirty="0"/>
              <a:t> (N, “3”)</a:t>
            </a:r>
          </a:p>
          <a:p>
            <a:pPr marL="0" indent="0">
              <a:buNone/>
            </a:pPr>
            <a:r>
              <a:rPr lang="nl-NL" dirty="0" err="1"/>
              <a:t>replace</a:t>
            </a:r>
            <a:r>
              <a:rPr lang="nl-NL" dirty="0"/>
              <a:t> (N, “5”)</a:t>
            </a:r>
            <a:endParaRPr lang="en-GB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839F9DD-67D5-007B-03D9-2FF53C8F5DAB}"/>
              </a:ext>
            </a:extLst>
          </p:cNvPr>
          <p:cNvSpPr txBox="1">
            <a:spLocks/>
          </p:cNvSpPr>
          <p:nvPr/>
        </p:nvSpPr>
        <p:spPr>
          <a:xfrm>
            <a:off x="5767071" y="3187683"/>
            <a:ext cx="755650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a*b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FFDDC0-F495-DAD2-23BB-84C35145F5F9}"/>
              </a:ext>
            </a:extLst>
          </p:cNvPr>
          <p:cNvGrpSpPr/>
          <p:nvPr/>
        </p:nvGrpSpPr>
        <p:grpSpPr>
          <a:xfrm>
            <a:off x="5826755" y="2868747"/>
            <a:ext cx="208285" cy="313856"/>
            <a:chOff x="5219695" y="2873827"/>
            <a:chExt cx="208285" cy="31385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E6885A0-ECA5-A3DA-D153-2EDE7D284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93F01C9-8126-32E1-2209-BD60A8E039E8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4B4435-8689-CD63-5A16-DF54913C520E}"/>
              </a:ext>
            </a:extLst>
          </p:cNvPr>
          <p:cNvGrpSpPr/>
          <p:nvPr/>
        </p:nvGrpSpPr>
        <p:grpSpPr>
          <a:xfrm>
            <a:off x="6181720" y="2873827"/>
            <a:ext cx="208285" cy="313856"/>
            <a:chOff x="5219695" y="2873827"/>
            <a:chExt cx="208285" cy="31385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2A1B5A-C332-7C80-F0BA-FE6C9AE63E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787E76A-040D-09E0-B8EA-C6AB90EBE21B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472F59-D03D-83F1-A820-324A98520319}"/>
              </a:ext>
            </a:extLst>
          </p:cNvPr>
          <p:cNvCxnSpPr>
            <a:cxnSpLocks/>
          </p:cNvCxnSpPr>
          <p:nvPr/>
        </p:nvCxnSpPr>
        <p:spPr>
          <a:xfrm flipV="1">
            <a:off x="5800080" y="2255898"/>
            <a:ext cx="332110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95FC232-F177-55A1-52E0-A9897E0F5A5C}"/>
              </a:ext>
            </a:extLst>
          </p:cNvPr>
          <p:cNvSpPr txBox="1"/>
          <p:nvPr/>
        </p:nvSpPr>
        <p:spPr>
          <a:xfrm>
            <a:off x="5962653" y="2428025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N</a:t>
            </a:r>
            <a:endParaRPr lang="en-GB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9B27148-E0D0-B6EC-E517-5747473DE513}"/>
              </a:ext>
            </a:extLst>
          </p:cNvPr>
          <p:cNvSpPr/>
          <p:nvPr/>
        </p:nvSpPr>
        <p:spPr>
          <a:xfrm>
            <a:off x="895375" y="3097846"/>
            <a:ext cx="2487803" cy="521118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95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61A93-BE7C-BE73-218A-551ECBBE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9BC5CF5-1D53-9A27-D2B0-2ABBE078BB7D}"/>
              </a:ext>
            </a:extLst>
          </p:cNvPr>
          <p:cNvSpPr/>
          <p:nvPr/>
        </p:nvSpPr>
        <p:spPr>
          <a:xfrm>
            <a:off x="5481315" y="2198369"/>
            <a:ext cx="928558" cy="190649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B471EA-C705-368C-83CC-98EF6ED74BE0}"/>
              </a:ext>
            </a:extLst>
          </p:cNvPr>
          <p:cNvSpPr/>
          <p:nvPr/>
        </p:nvSpPr>
        <p:spPr>
          <a:xfrm>
            <a:off x="5770880" y="2198368"/>
            <a:ext cx="1009289" cy="1906491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31A73D-8FC9-4F32-81B2-1CEF602F4228}"/>
              </a:ext>
            </a:extLst>
          </p:cNvPr>
          <p:cNvSpPr/>
          <p:nvPr/>
        </p:nvSpPr>
        <p:spPr>
          <a:xfrm>
            <a:off x="930257" y="3670317"/>
            <a:ext cx="3350814" cy="521118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E8853B-098D-C0E7-EBA7-7C99A2E9FA72}"/>
              </a:ext>
            </a:extLst>
          </p:cNvPr>
          <p:cNvSpPr/>
          <p:nvPr/>
        </p:nvSpPr>
        <p:spPr>
          <a:xfrm>
            <a:off x="930257" y="3167916"/>
            <a:ext cx="3350814" cy="48263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62805-6536-EC1F-F4EB-146729FB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Overlap</a:t>
            </a:r>
            <a:endParaRPr lang="en-GB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B841C83-1B94-B6A8-92B1-BDD4479383A3}"/>
              </a:ext>
            </a:extLst>
          </p:cNvPr>
          <p:cNvSpPr txBox="1">
            <a:spLocks/>
          </p:cNvSpPr>
          <p:nvPr/>
        </p:nvSpPr>
        <p:spPr>
          <a:xfrm>
            <a:off x="905697" y="3192763"/>
            <a:ext cx="3918855" cy="99867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 err="1"/>
              <a:t>replace</a:t>
            </a:r>
            <a:r>
              <a:rPr lang="nl-NL" dirty="0"/>
              <a:t> ([A1,A2], “3”)</a:t>
            </a:r>
          </a:p>
          <a:p>
            <a:pPr marL="0" indent="0">
              <a:buNone/>
            </a:pPr>
            <a:r>
              <a:rPr lang="nl-NL" dirty="0" err="1"/>
              <a:t>replace</a:t>
            </a:r>
            <a:r>
              <a:rPr lang="nl-NL" dirty="0"/>
              <a:t> ([A2,A3], “5”)</a:t>
            </a:r>
            <a:endParaRPr lang="en-GB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D50473A-A4C8-EC8B-0C10-6D292D16A1EB}"/>
              </a:ext>
            </a:extLst>
          </p:cNvPr>
          <p:cNvSpPr txBox="1">
            <a:spLocks/>
          </p:cNvSpPr>
          <p:nvPr/>
        </p:nvSpPr>
        <p:spPr>
          <a:xfrm>
            <a:off x="5181600" y="3187683"/>
            <a:ext cx="1828800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f(0, y*z, 7)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ECE4C9-D090-A7C3-6804-5AF855517526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5053147" y="1690688"/>
            <a:ext cx="1042853" cy="1491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F84E7B-DF9D-625C-DEA1-62FFB51C9008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690688"/>
            <a:ext cx="826950" cy="1491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3C174F-96A7-3604-7F7B-43844ABD99E5}"/>
              </a:ext>
            </a:extLst>
          </p:cNvPr>
          <p:cNvGrpSpPr/>
          <p:nvPr/>
        </p:nvGrpSpPr>
        <p:grpSpPr>
          <a:xfrm>
            <a:off x="5219695" y="2873827"/>
            <a:ext cx="208285" cy="313856"/>
            <a:chOff x="5219695" y="2873827"/>
            <a:chExt cx="208285" cy="31385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6C6D56-A73F-9308-C310-129969ABEB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7984DC8-E5A4-83C5-C297-66FD0CED6496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571EE4-B5C8-B710-EAC3-7EF15542D468}"/>
              </a:ext>
            </a:extLst>
          </p:cNvPr>
          <p:cNvGrpSpPr/>
          <p:nvPr/>
        </p:nvGrpSpPr>
        <p:grpSpPr>
          <a:xfrm>
            <a:off x="5501635" y="2871287"/>
            <a:ext cx="208285" cy="313856"/>
            <a:chOff x="5219695" y="2873827"/>
            <a:chExt cx="208285" cy="31385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0D2725-7725-9458-E688-AFFA5395C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855A3F-CA07-271E-F148-A51A596BBF08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90AEB1B-AF94-8372-43E8-35A404E23E5C}"/>
              </a:ext>
            </a:extLst>
          </p:cNvPr>
          <p:cNvGrpSpPr/>
          <p:nvPr/>
        </p:nvGrpSpPr>
        <p:grpSpPr>
          <a:xfrm>
            <a:off x="5826755" y="2868747"/>
            <a:ext cx="208285" cy="313856"/>
            <a:chOff x="5219695" y="2873827"/>
            <a:chExt cx="208285" cy="31385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54F4314-FD84-3A59-3889-FAEAF22B8B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E95BF6E-E85D-8132-F8E4-88787DC5DB0B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67D745F-2D68-DEF4-36E2-5034E122BE26}"/>
              </a:ext>
            </a:extLst>
          </p:cNvPr>
          <p:cNvGrpSpPr/>
          <p:nvPr/>
        </p:nvGrpSpPr>
        <p:grpSpPr>
          <a:xfrm>
            <a:off x="6181720" y="2873827"/>
            <a:ext cx="208285" cy="313856"/>
            <a:chOff x="5219695" y="2873827"/>
            <a:chExt cx="208285" cy="31385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5C04CA-CB0D-E817-0541-276547E97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06AFBA5-123F-7781-30ED-AC121341E6FC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A207B4-921E-A001-0A4D-EA829DEFABCA}"/>
              </a:ext>
            </a:extLst>
          </p:cNvPr>
          <p:cNvGrpSpPr/>
          <p:nvPr/>
        </p:nvGrpSpPr>
        <p:grpSpPr>
          <a:xfrm>
            <a:off x="6527795" y="2878907"/>
            <a:ext cx="208285" cy="313856"/>
            <a:chOff x="5219695" y="2873827"/>
            <a:chExt cx="208285" cy="313856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6F364B-602F-1FFA-F09D-AB095C601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481004-2D40-9B67-D316-54D3F44ACB78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BB257D7-725E-6460-D891-EA8F8A0F29D9}"/>
              </a:ext>
            </a:extLst>
          </p:cNvPr>
          <p:cNvCxnSpPr>
            <a:cxnSpLocks/>
          </p:cNvCxnSpPr>
          <p:nvPr/>
        </p:nvCxnSpPr>
        <p:spPr>
          <a:xfrm flipV="1">
            <a:off x="5795640" y="2232660"/>
            <a:ext cx="333380" cy="949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66E6308-3854-6012-F403-075BAC7C28B1}"/>
              </a:ext>
            </a:extLst>
          </p:cNvPr>
          <p:cNvCxnSpPr>
            <a:cxnSpLocks/>
          </p:cNvCxnSpPr>
          <p:nvPr/>
        </p:nvCxnSpPr>
        <p:spPr>
          <a:xfrm>
            <a:off x="6134095" y="2247900"/>
            <a:ext cx="283396" cy="9347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CD54D7-B5D7-6776-FC37-45F0C64BE176}"/>
              </a:ext>
            </a:extLst>
          </p:cNvPr>
          <p:cNvSpPr txBox="1">
            <a:spLocks/>
          </p:cNvSpPr>
          <p:nvPr/>
        </p:nvSpPr>
        <p:spPr>
          <a:xfrm>
            <a:off x="5597519" y="3692113"/>
            <a:ext cx="396242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3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7720D80-E237-B8E4-AC4D-B353F4BE75AC}"/>
              </a:ext>
            </a:extLst>
          </p:cNvPr>
          <p:cNvSpPr txBox="1">
            <a:spLocks/>
          </p:cNvSpPr>
          <p:nvPr/>
        </p:nvSpPr>
        <p:spPr>
          <a:xfrm>
            <a:off x="6211752" y="3692113"/>
            <a:ext cx="396242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B58454-2060-77EE-5C3C-B11E8431E2D6}"/>
              </a:ext>
            </a:extLst>
          </p:cNvPr>
          <p:cNvSpPr txBox="1"/>
          <p:nvPr/>
        </p:nvSpPr>
        <p:spPr>
          <a:xfrm>
            <a:off x="5427980" y="2509574"/>
            <a:ext cx="14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A1     A2     A3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647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664D-DCD7-726C-37BD-B222014A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D48A2D-96C5-CBA7-704F-9BA921DF9197}"/>
              </a:ext>
            </a:extLst>
          </p:cNvPr>
          <p:cNvSpPr/>
          <p:nvPr/>
        </p:nvSpPr>
        <p:spPr>
          <a:xfrm>
            <a:off x="838200" y="2598511"/>
            <a:ext cx="2865120" cy="4723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BAE98-860F-B2C1-E72B-693765980146}"/>
              </a:ext>
            </a:extLst>
          </p:cNvPr>
          <p:cNvSpPr/>
          <p:nvPr/>
        </p:nvSpPr>
        <p:spPr>
          <a:xfrm>
            <a:off x="5767069" y="2164080"/>
            <a:ext cx="755651" cy="197358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>
                <a:solidFill>
                  <a:schemeClr val="tx1"/>
                </a:solidFill>
              </a:rPr>
              <a:t>12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09F3EB-DCFD-C4EB-3C4A-EDF1FB76EA31}"/>
              </a:ext>
            </a:extLst>
          </p:cNvPr>
          <p:cNvSpPr txBox="1">
            <a:spLocks/>
          </p:cNvSpPr>
          <p:nvPr/>
        </p:nvSpPr>
        <p:spPr>
          <a:xfrm>
            <a:off x="5767071" y="3187683"/>
            <a:ext cx="755650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a*b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684E642-76FE-E9CF-D299-0D964CEA3E09}"/>
              </a:ext>
            </a:extLst>
          </p:cNvPr>
          <p:cNvCxnSpPr>
            <a:cxnSpLocks/>
          </p:cNvCxnSpPr>
          <p:nvPr/>
        </p:nvCxnSpPr>
        <p:spPr>
          <a:xfrm>
            <a:off x="6132190" y="2265680"/>
            <a:ext cx="306154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022B1CF-23EB-87EB-857D-62B56DAD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Cover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585B4-4E83-D6A5-5745-AEE6C6920E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1" y="2598511"/>
            <a:ext cx="3200400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nl-NL" dirty="0" err="1"/>
              <a:t>replace</a:t>
            </a:r>
            <a:r>
              <a:rPr lang="nl-NL" dirty="0"/>
              <a:t> (N, “12”)</a:t>
            </a:r>
          </a:p>
          <a:p>
            <a:pPr marL="0" indent="0">
              <a:buNone/>
            </a:pPr>
            <a:r>
              <a:rPr lang="nl-NL" dirty="0" err="1"/>
              <a:t>replace</a:t>
            </a:r>
            <a:r>
              <a:rPr lang="nl-NL" dirty="0"/>
              <a:t> (A, “3”)</a:t>
            </a:r>
            <a:endParaRPr lang="en-GB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D5DCF0-1167-921E-28BF-2D7740C50FCF}"/>
              </a:ext>
            </a:extLst>
          </p:cNvPr>
          <p:cNvGrpSpPr/>
          <p:nvPr/>
        </p:nvGrpSpPr>
        <p:grpSpPr>
          <a:xfrm>
            <a:off x="5826755" y="2868747"/>
            <a:ext cx="208285" cy="313856"/>
            <a:chOff x="5219695" y="2873827"/>
            <a:chExt cx="208285" cy="31385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05B6291-EF5E-6CD2-09A0-AA18535CF4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07C09AD-D58D-CAA8-5F69-9883D2061FBF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FE962F-A6EE-EE86-5E3D-C48FA42605C1}"/>
              </a:ext>
            </a:extLst>
          </p:cNvPr>
          <p:cNvGrpSpPr/>
          <p:nvPr/>
        </p:nvGrpSpPr>
        <p:grpSpPr>
          <a:xfrm>
            <a:off x="6181720" y="2873827"/>
            <a:ext cx="208285" cy="313856"/>
            <a:chOff x="5219695" y="2873827"/>
            <a:chExt cx="208285" cy="31385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7F96179-5A79-9A66-FE80-54F21FB95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21CA129-A7EF-55F8-1340-AD44CD6EA27D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22EFC2-52AE-789A-837A-111E755C61D5}"/>
              </a:ext>
            </a:extLst>
          </p:cNvPr>
          <p:cNvCxnSpPr>
            <a:cxnSpLocks/>
          </p:cNvCxnSpPr>
          <p:nvPr/>
        </p:nvCxnSpPr>
        <p:spPr>
          <a:xfrm flipV="1">
            <a:off x="5800080" y="2255898"/>
            <a:ext cx="332110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1918473-6CA2-A1A0-805B-D8E8F8DE153B}"/>
              </a:ext>
            </a:extLst>
          </p:cNvPr>
          <p:cNvSpPr txBox="1"/>
          <p:nvPr/>
        </p:nvSpPr>
        <p:spPr>
          <a:xfrm>
            <a:off x="5962653" y="2428025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N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784F3-044C-71BF-9335-5C3C4E7C4E4A}"/>
              </a:ext>
            </a:extLst>
          </p:cNvPr>
          <p:cNvSpPr txBox="1"/>
          <p:nvPr/>
        </p:nvSpPr>
        <p:spPr>
          <a:xfrm>
            <a:off x="5771500" y="2907612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A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0BD1D-AE7A-C4D4-6590-93403A14379D}"/>
              </a:ext>
            </a:extLst>
          </p:cNvPr>
          <p:cNvSpPr/>
          <p:nvPr/>
        </p:nvSpPr>
        <p:spPr>
          <a:xfrm>
            <a:off x="857324" y="3092278"/>
            <a:ext cx="2865120" cy="521118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F628D6-FA2B-9A11-6FD0-26C5469048A4}"/>
              </a:ext>
            </a:extLst>
          </p:cNvPr>
          <p:cNvSpPr/>
          <p:nvPr/>
        </p:nvSpPr>
        <p:spPr>
          <a:xfrm>
            <a:off x="5832164" y="2853508"/>
            <a:ext cx="223195" cy="719800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66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C7549-7ABA-FD38-F373-7B6CDD8B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C69E7D-204A-F16F-8276-A91BD98775F9}"/>
              </a:ext>
            </a:extLst>
          </p:cNvPr>
          <p:cNvSpPr/>
          <p:nvPr/>
        </p:nvSpPr>
        <p:spPr>
          <a:xfrm>
            <a:off x="838200" y="2598511"/>
            <a:ext cx="2865120" cy="4723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497AB-0C7A-D7B9-EA63-ABD2A6D8199A}"/>
              </a:ext>
            </a:extLst>
          </p:cNvPr>
          <p:cNvSpPr/>
          <p:nvPr/>
        </p:nvSpPr>
        <p:spPr>
          <a:xfrm>
            <a:off x="5000991" y="2385114"/>
            <a:ext cx="436209" cy="193544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>
                <a:solidFill>
                  <a:schemeClr val="tx1"/>
                </a:solidFill>
              </a:rPr>
              <a:t>3+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AA285F5-3543-A675-D80A-7F267652F50A}"/>
              </a:ext>
            </a:extLst>
          </p:cNvPr>
          <p:cNvSpPr txBox="1">
            <a:spLocks/>
          </p:cNvSpPr>
          <p:nvPr/>
        </p:nvSpPr>
        <p:spPr>
          <a:xfrm>
            <a:off x="5767071" y="3187683"/>
            <a:ext cx="755650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a*b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68FD52E-2192-14FF-273E-7ACE4A27962B}"/>
              </a:ext>
            </a:extLst>
          </p:cNvPr>
          <p:cNvCxnSpPr>
            <a:cxnSpLocks/>
          </p:cNvCxnSpPr>
          <p:nvPr/>
        </p:nvCxnSpPr>
        <p:spPr>
          <a:xfrm>
            <a:off x="6132190" y="2265680"/>
            <a:ext cx="306154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4C7417-7CAB-983C-19E3-117682B0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Prepends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A558B-721C-1A58-D8D9-FC7D6953C94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1" y="2598511"/>
            <a:ext cx="3200400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nl-NL" dirty="0" err="1"/>
              <a:t>prepend</a:t>
            </a:r>
            <a:r>
              <a:rPr lang="nl-NL" dirty="0"/>
              <a:t> (N, “3+”)</a:t>
            </a:r>
          </a:p>
          <a:p>
            <a:pPr marL="0" indent="0">
              <a:buNone/>
            </a:pPr>
            <a:r>
              <a:rPr lang="nl-NL" dirty="0" err="1"/>
              <a:t>prepend</a:t>
            </a:r>
            <a:r>
              <a:rPr lang="nl-NL" dirty="0"/>
              <a:t> (A, “6*”)</a:t>
            </a:r>
            <a:endParaRPr lang="en-GB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254E67-2D58-B0D4-24B6-5E1AA9DFE4AD}"/>
              </a:ext>
            </a:extLst>
          </p:cNvPr>
          <p:cNvGrpSpPr/>
          <p:nvPr/>
        </p:nvGrpSpPr>
        <p:grpSpPr>
          <a:xfrm>
            <a:off x="5826755" y="2868747"/>
            <a:ext cx="208285" cy="313856"/>
            <a:chOff x="5219695" y="2873827"/>
            <a:chExt cx="208285" cy="31385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8B34F9-10C8-BA80-2D6B-27445AA4A2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7A81914-9CE5-A66F-34FB-2EDC8B1709CA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C1CF298-C0E2-8671-A615-224CA26D6579}"/>
              </a:ext>
            </a:extLst>
          </p:cNvPr>
          <p:cNvGrpSpPr/>
          <p:nvPr/>
        </p:nvGrpSpPr>
        <p:grpSpPr>
          <a:xfrm>
            <a:off x="6181720" y="2873827"/>
            <a:ext cx="208285" cy="313856"/>
            <a:chOff x="5219695" y="2873827"/>
            <a:chExt cx="208285" cy="31385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090806E-F486-8F55-FDB4-0BD401C83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B71F63D-C21D-A9AE-5466-F247FD0EB1B0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FA26CD-BCC2-FD3D-2399-24CF5A9A8A7A}"/>
              </a:ext>
            </a:extLst>
          </p:cNvPr>
          <p:cNvCxnSpPr>
            <a:cxnSpLocks/>
          </p:cNvCxnSpPr>
          <p:nvPr/>
        </p:nvCxnSpPr>
        <p:spPr>
          <a:xfrm flipV="1">
            <a:off x="5800080" y="2255898"/>
            <a:ext cx="332110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17BD01D-81C2-0680-9534-DD3DBD06953A}"/>
              </a:ext>
            </a:extLst>
          </p:cNvPr>
          <p:cNvSpPr txBox="1"/>
          <p:nvPr/>
        </p:nvSpPr>
        <p:spPr>
          <a:xfrm>
            <a:off x="5962653" y="2428025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N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33CAA-4443-C7BF-6DB2-87350632AB14}"/>
              </a:ext>
            </a:extLst>
          </p:cNvPr>
          <p:cNvSpPr txBox="1"/>
          <p:nvPr/>
        </p:nvSpPr>
        <p:spPr>
          <a:xfrm>
            <a:off x="5771500" y="2907612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A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3C332F-60D3-2406-6A2A-F703A492A072}"/>
              </a:ext>
            </a:extLst>
          </p:cNvPr>
          <p:cNvSpPr/>
          <p:nvPr/>
        </p:nvSpPr>
        <p:spPr>
          <a:xfrm>
            <a:off x="857324" y="3092278"/>
            <a:ext cx="2865120" cy="521118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13075-B35F-EBB2-76C5-BE70A150912A}"/>
              </a:ext>
            </a:extLst>
          </p:cNvPr>
          <p:cNvSpPr/>
          <p:nvPr/>
        </p:nvSpPr>
        <p:spPr>
          <a:xfrm>
            <a:off x="5434866" y="2797357"/>
            <a:ext cx="377892" cy="1145435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>
                <a:solidFill>
                  <a:schemeClr val="tx1"/>
                </a:solidFill>
              </a:rPr>
              <a:t>6*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17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09D0-D108-49D9-3F08-58276D88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7C24CF-A078-D3F9-143C-E92B5B55D967}"/>
              </a:ext>
            </a:extLst>
          </p:cNvPr>
          <p:cNvSpPr/>
          <p:nvPr/>
        </p:nvSpPr>
        <p:spPr>
          <a:xfrm>
            <a:off x="857324" y="3092278"/>
            <a:ext cx="2865120" cy="521118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03F95-6E6B-08E4-EF2F-7AA75B7E948A}"/>
              </a:ext>
            </a:extLst>
          </p:cNvPr>
          <p:cNvSpPr/>
          <p:nvPr/>
        </p:nvSpPr>
        <p:spPr>
          <a:xfrm>
            <a:off x="838200" y="2598511"/>
            <a:ext cx="2865120" cy="4723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8FA5C-249E-9D46-D7A9-EBA99A9C5ACB}"/>
              </a:ext>
            </a:extLst>
          </p:cNvPr>
          <p:cNvSpPr/>
          <p:nvPr/>
        </p:nvSpPr>
        <p:spPr>
          <a:xfrm>
            <a:off x="6837411" y="2385114"/>
            <a:ext cx="436209" cy="193544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>
                <a:solidFill>
                  <a:schemeClr val="tx1"/>
                </a:solidFill>
              </a:rPr>
              <a:t>+3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7260158-D760-F875-A87E-6EF0FD0D3D83}"/>
              </a:ext>
            </a:extLst>
          </p:cNvPr>
          <p:cNvSpPr txBox="1">
            <a:spLocks/>
          </p:cNvSpPr>
          <p:nvPr/>
        </p:nvSpPr>
        <p:spPr>
          <a:xfrm>
            <a:off x="5767071" y="3187683"/>
            <a:ext cx="755650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a*b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4B6310D-D9EC-8E61-4102-8E1AC620326A}"/>
              </a:ext>
            </a:extLst>
          </p:cNvPr>
          <p:cNvCxnSpPr>
            <a:cxnSpLocks/>
          </p:cNvCxnSpPr>
          <p:nvPr/>
        </p:nvCxnSpPr>
        <p:spPr>
          <a:xfrm>
            <a:off x="6132190" y="2265680"/>
            <a:ext cx="306154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1D225F9-309D-752D-6870-79D3519A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Appends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CE859-6B97-352A-509C-D9AB578D41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1" y="2598511"/>
            <a:ext cx="3200400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nl-NL" dirty="0"/>
              <a:t>append (N, “+3”)</a:t>
            </a:r>
          </a:p>
          <a:p>
            <a:pPr marL="0" indent="0">
              <a:buNone/>
            </a:pPr>
            <a:r>
              <a:rPr lang="nl-NL" dirty="0"/>
              <a:t>append (B, “*6”)</a:t>
            </a:r>
            <a:endParaRPr lang="en-GB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A73D1C8-DA07-0800-3223-FFBB77634477}"/>
              </a:ext>
            </a:extLst>
          </p:cNvPr>
          <p:cNvGrpSpPr/>
          <p:nvPr/>
        </p:nvGrpSpPr>
        <p:grpSpPr>
          <a:xfrm>
            <a:off x="5826755" y="2868747"/>
            <a:ext cx="208285" cy="313856"/>
            <a:chOff x="5219695" y="2873827"/>
            <a:chExt cx="208285" cy="31385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B897C7E-A944-1D7F-A87E-057FA0AA03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E85278-75B2-F7EC-235C-EC2C30A01D91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F3C080D-3674-D009-90E5-1445EA28FCBE}"/>
              </a:ext>
            </a:extLst>
          </p:cNvPr>
          <p:cNvGrpSpPr/>
          <p:nvPr/>
        </p:nvGrpSpPr>
        <p:grpSpPr>
          <a:xfrm>
            <a:off x="6181720" y="2873827"/>
            <a:ext cx="208285" cy="313856"/>
            <a:chOff x="5219695" y="2873827"/>
            <a:chExt cx="208285" cy="31385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9E8D924-75D4-DA6C-6F25-D5BAC15E1E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9695" y="2873827"/>
              <a:ext cx="114302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A1FAAA-11FE-1657-9FAC-7366897EC636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97" y="2873827"/>
              <a:ext cx="93983" cy="3138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0F52A56-217C-A9BF-D3F3-82818BFB6F1C}"/>
              </a:ext>
            </a:extLst>
          </p:cNvPr>
          <p:cNvCxnSpPr>
            <a:cxnSpLocks/>
          </p:cNvCxnSpPr>
          <p:nvPr/>
        </p:nvCxnSpPr>
        <p:spPr>
          <a:xfrm flipV="1">
            <a:off x="5800080" y="2255898"/>
            <a:ext cx="332110" cy="92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ED13CDD2-F737-7206-18A8-CE77EEBD17B3}"/>
              </a:ext>
            </a:extLst>
          </p:cNvPr>
          <p:cNvSpPr txBox="1"/>
          <p:nvPr/>
        </p:nvSpPr>
        <p:spPr>
          <a:xfrm>
            <a:off x="5962653" y="2428025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N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B4871-73B7-3BCE-6E95-717F5C756E56}"/>
              </a:ext>
            </a:extLst>
          </p:cNvPr>
          <p:cNvSpPr txBox="1"/>
          <p:nvPr/>
        </p:nvSpPr>
        <p:spPr>
          <a:xfrm>
            <a:off x="6129640" y="2930472"/>
            <a:ext cx="349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B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61EF-72C2-B63F-FEA4-110A77CD7F1B}"/>
              </a:ext>
            </a:extLst>
          </p:cNvPr>
          <p:cNvSpPr/>
          <p:nvPr/>
        </p:nvSpPr>
        <p:spPr>
          <a:xfrm>
            <a:off x="6448326" y="2797357"/>
            <a:ext cx="377892" cy="1145435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>
                <a:solidFill>
                  <a:schemeClr val="tx1"/>
                </a:solidFill>
              </a:rPr>
              <a:t>*6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69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2406-E284-1DAF-8F24-FE3CC6D57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3D242D-7756-BB93-1E01-C784CAA60913}"/>
              </a:ext>
            </a:extLst>
          </p:cNvPr>
          <p:cNvSpPr/>
          <p:nvPr/>
        </p:nvSpPr>
        <p:spPr>
          <a:xfrm>
            <a:off x="857323" y="3092278"/>
            <a:ext cx="3734995" cy="521118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3986C-0B29-37B6-B697-8B288A15A232}"/>
              </a:ext>
            </a:extLst>
          </p:cNvPr>
          <p:cNvSpPr/>
          <p:nvPr/>
        </p:nvSpPr>
        <p:spPr>
          <a:xfrm>
            <a:off x="838200" y="2598511"/>
            <a:ext cx="3734994" cy="4723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C0BA4-78F1-D44F-954D-5522ACDDC8F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2598511"/>
            <a:ext cx="3754119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nl-NL" dirty="0"/>
              <a:t>append (A, “</a:t>
            </a:r>
            <a:r>
              <a:rPr lang="nl-NL" dirty="0" err="1"/>
              <a:t>after</a:t>
            </a:r>
            <a:r>
              <a:rPr lang="nl-NL" dirty="0"/>
              <a:t>();”)</a:t>
            </a:r>
          </a:p>
          <a:p>
            <a:pPr marL="0" indent="0">
              <a:buNone/>
            </a:pPr>
            <a:r>
              <a:rPr lang="nl-NL" dirty="0" err="1"/>
              <a:t>prepend</a:t>
            </a:r>
            <a:r>
              <a:rPr lang="nl-NL" dirty="0"/>
              <a:t> (B, “</a:t>
            </a:r>
            <a:r>
              <a:rPr lang="nl-NL" dirty="0" err="1"/>
              <a:t>before</a:t>
            </a:r>
            <a:r>
              <a:rPr lang="nl-NL" dirty="0"/>
              <a:t>();”)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E5759-0308-E337-BFF1-CEB1E5504BAA}"/>
              </a:ext>
            </a:extLst>
          </p:cNvPr>
          <p:cNvSpPr/>
          <p:nvPr/>
        </p:nvSpPr>
        <p:spPr>
          <a:xfrm>
            <a:off x="5181601" y="4143059"/>
            <a:ext cx="1049652" cy="48263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 err="1">
                <a:solidFill>
                  <a:schemeClr val="tx1"/>
                </a:solidFill>
              </a:rPr>
              <a:t>after</a:t>
            </a:r>
            <a:r>
              <a:rPr lang="nl-NL" sz="2800" dirty="0">
                <a:solidFill>
                  <a:schemeClr val="tx1"/>
                </a:solidFill>
              </a:rPr>
              <a:t>();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501F7A-0A21-0729-4A16-801166475B44}"/>
              </a:ext>
            </a:extLst>
          </p:cNvPr>
          <p:cNvSpPr txBox="1">
            <a:spLocks/>
          </p:cNvSpPr>
          <p:nvPr/>
        </p:nvSpPr>
        <p:spPr>
          <a:xfrm>
            <a:off x="5523225" y="3231628"/>
            <a:ext cx="1416055" cy="4826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f(x);g(y);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C5810-E1D2-C752-F4C6-745AEAEB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Append </a:t>
            </a:r>
            <a:r>
              <a:rPr lang="nl-NL" dirty="0" err="1"/>
              <a:t>Prepend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DF557C-32C1-02B8-0B11-C320024E1175}"/>
              </a:ext>
            </a:extLst>
          </p:cNvPr>
          <p:cNvSpPr/>
          <p:nvPr/>
        </p:nvSpPr>
        <p:spPr>
          <a:xfrm>
            <a:off x="6231252" y="4143058"/>
            <a:ext cx="1354950" cy="482634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nl-NL" sz="2800" dirty="0" err="1">
                <a:solidFill>
                  <a:schemeClr val="tx1"/>
                </a:solidFill>
              </a:rPr>
              <a:t>before</a:t>
            </a:r>
            <a:r>
              <a:rPr lang="nl-NL" sz="2800" dirty="0">
                <a:solidFill>
                  <a:schemeClr val="tx1"/>
                </a:solidFill>
              </a:rPr>
              <a:t>();</a:t>
            </a:r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975FDC4-0B2C-E7DD-4940-72FCF6A7783B}"/>
              </a:ext>
            </a:extLst>
          </p:cNvPr>
          <p:cNvCxnSpPr>
            <a:cxnSpLocks/>
          </p:cNvCxnSpPr>
          <p:nvPr/>
        </p:nvCxnSpPr>
        <p:spPr>
          <a:xfrm>
            <a:off x="6124935" y="1970701"/>
            <a:ext cx="582683" cy="1068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26B381-606D-50F1-2180-8152F43D05EB}"/>
              </a:ext>
            </a:extLst>
          </p:cNvPr>
          <p:cNvGrpSpPr/>
          <p:nvPr/>
        </p:nvGrpSpPr>
        <p:grpSpPr>
          <a:xfrm>
            <a:off x="5640423" y="2557364"/>
            <a:ext cx="505571" cy="482633"/>
            <a:chOff x="5640423" y="2557364"/>
            <a:chExt cx="505571" cy="482633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E6202D8-283E-15FE-0A64-D67480A1DF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0423" y="2557364"/>
              <a:ext cx="244280" cy="4820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EFF5D30-B164-5171-57DE-C1F27BDEB8DD}"/>
                </a:ext>
              </a:extLst>
            </p:cNvPr>
            <p:cNvCxnSpPr>
              <a:cxnSpLocks/>
            </p:cNvCxnSpPr>
            <p:nvPr/>
          </p:nvCxnSpPr>
          <p:spPr>
            <a:xfrm>
              <a:off x="5884703" y="2557364"/>
              <a:ext cx="261291" cy="48263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B453BE-ADA6-EF3F-9E09-0E64E0F97691}"/>
              </a:ext>
            </a:extLst>
          </p:cNvPr>
          <p:cNvCxnSpPr>
            <a:cxnSpLocks/>
          </p:cNvCxnSpPr>
          <p:nvPr/>
        </p:nvCxnSpPr>
        <p:spPr>
          <a:xfrm flipV="1">
            <a:off x="5571357" y="1970701"/>
            <a:ext cx="566131" cy="1055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BB023E-78D0-6744-20CE-94F41E94F144}"/>
              </a:ext>
            </a:extLst>
          </p:cNvPr>
          <p:cNvSpPr txBox="1"/>
          <p:nvPr/>
        </p:nvSpPr>
        <p:spPr>
          <a:xfrm>
            <a:off x="5728628" y="2780466"/>
            <a:ext cx="376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A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30BFB-BEBE-1F5C-C16C-65E8E11AB3F2}"/>
              </a:ext>
            </a:extLst>
          </p:cNvPr>
          <p:cNvSpPr txBox="1"/>
          <p:nvPr/>
        </p:nvSpPr>
        <p:spPr>
          <a:xfrm>
            <a:off x="6234787" y="2781561"/>
            <a:ext cx="32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B</a:t>
            </a:r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22AAF3-A0AD-BA39-3442-BAE44F29FCB6}"/>
              </a:ext>
            </a:extLst>
          </p:cNvPr>
          <p:cNvGrpSpPr/>
          <p:nvPr/>
        </p:nvGrpSpPr>
        <p:grpSpPr>
          <a:xfrm>
            <a:off x="6137488" y="2556749"/>
            <a:ext cx="505571" cy="482633"/>
            <a:chOff x="5640423" y="2557364"/>
            <a:chExt cx="505571" cy="48263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80A5931-6778-0B7B-0D43-E668EA64EF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0423" y="2557364"/>
              <a:ext cx="244280" cy="4820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EF5CE98-12DB-2AC9-309A-005EDAB4DA5C}"/>
                </a:ext>
              </a:extLst>
            </p:cNvPr>
            <p:cNvCxnSpPr>
              <a:cxnSpLocks/>
            </p:cNvCxnSpPr>
            <p:nvPr/>
          </p:nvCxnSpPr>
          <p:spPr>
            <a:xfrm>
              <a:off x="5884703" y="2557364"/>
              <a:ext cx="261291" cy="48263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B22E798-69A2-F8EC-35FA-C8D95065614D}"/>
              </a:ext>
            </a:extLst>
          </p:cNvPr>
          <p:cNvCxnSpPr>
            <a:cxnSpLocks/>
          </p:cNvCxnSpPr>
          <p:nvPr/>
        </p:nvCxnSpPr>
        <p:spPr>
          <a:xfrm flipH="1">
            <a:off x="5181601" y="3657111"/>
            <a:ext cx="983648" cy="502161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4F18B1-44C2-D8F8-8E78-4BED120B6156}"/>
              </a:ext>
            </a:extLst>
          </p:cNvPr>
          <p:cNvCxnSpPr>
            <a:cxnSpLocks/>
          </p:cNvCxnSpPr>
          <p:nvPr/>
        </p:nvCxnSpPr>
        <p:spPr>
          <a:xfrm>
            <a:off x="6177913" y="3658254"/>
            <a:ext cx="1408289" cy="48480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266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154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Equal</vt:lpstr>
      <vt:lpstr>Overlap</vt:lpstr>
      <vt:lpstr>Cover</vt:lpstr>
      <vt:lpstr>Prepends</vt:lpstr>
      <vt:lpstr>Appends</vt:lpstr>
      <vt:lpstr>Append Prepend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Laar, P.J.L.J. (Pierre) van de</dc:creator>
  <cp:lastModifiedBy>Laar, P.J.L.J. (Pierre) van de</cp:lastModifiedBy>
  <cp:revision>7</cp:revision>
  <dcterms:created xsi:type="dcterms:W3CDTF">2026-06-18T08:49:38Z</dcterms:created>
  <dcterms:modified xsi:type="dcterms:W3CDTF">2026-06-18T11:40:37Z</dcterms:modified>
</cp:coreProperties>
</file>